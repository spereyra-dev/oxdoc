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Oxdoc PPTX Application Fixture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python-pptx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Two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 with &amp; entity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oxdoc python-pptx fixture</dc:title>
  <dc:subject>Redistributable PPTX parser fixture</dc:subject>
  <dc:creator>oxdoc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